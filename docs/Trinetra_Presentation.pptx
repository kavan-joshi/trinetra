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6B6D4"/>
                </a:solidFill>
              </a:defRPr>
            </a:pPr>
            <a:r>
              <a:t>TRINETRA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</a:defRPr>
            </a:pPr>
            <a:r>
              <a:t>Integrated Video Management &amp;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Gujarat Police Innovation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7490"/>
                </a:solidFill>
              </a:defRPr>
            </a:pPr>
            <a:r>
              <a:t>"We move events, not video."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Hybrid Architecture: Model 1 + Model 3 + Model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80,000+ fragmented CCTV cameras across 26+ departments — no unified platform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Heterogeneous infrastructure: different vendors, VMS platforms, protocols, storage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Government databases (VAHAN, SARTHI, eGujCop/CCTNS, AFIS, NAFIS) sit isolated from cameras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Raw video centralisation = 320 Gbps WAN + 86 PB/yr storage — physically infeasible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Watchlists live in binders while evidence sits on NVRs — no real-time correlation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Scale: 30+ cameras, 5 departments, 12 hours footage per camera (official dataset)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8 build areas: Feed Integration · AI Analytics · Vehicle Tracking · Video Intelligence · Object &amp; Face Detection · Cybersecurity · Scalable Architecture · Live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Proposed Solution Model: Hybrid (Model 1 + 3 + 2)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Model 1 — Registry &amp; GIS Foundation (mandatory): centralised camera registry, GIS mapping, gap analysis, health monitoring, 28 departments, per-dept retention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Model 3 — VMS Federation Middleware: edge gateway adapters (RTSP/ONVIF/GB28181/vendor-API) federate heterogeneous feeds; detection at the edge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Model 2 — Unified Viewing &amp; Analytics: central correlator, unified alerting, live viewing (HLS+WebRTC), ANPR, face recognition, records enrichment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Justification: 80,000 already-deployed cameras cannot be replaced; raw centralisation is 320 Gbps—infeasible;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Trinetra federates feeds through edge gateways, runs detection locally, and centralises only events —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scaling O(events), not O(video). Other proposals move video; Trinetra moves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Solution Overview &amp;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O(events) scaling thesis: 1-2 Gbps event plane vs 320 Gbps raw video for 80,000 cameras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CCTNS-auto-populated watchlist: stolen/wanted/missing records sync automatically (source-tagged with FIR refs)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VAHAN/SARTHI/NAFIS enrichment: every alert carries owner details, vehicle info, DL status, fingerprint match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Pluggable AnalyticsEngine ABC: YOLOv8n + RapidOCR + InsightFace swap without touching the adapter or bus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AdapterRegistry: modular adapter framework — new vendor/protocol = register a new adapter, not redesign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On-demand live viewing: HLS + WebRTC (WHEP proxy) — streams pulled only when an operator watches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Face recognition: InsightFace ArcFace 512-d embeddings + cosine similarity matching against enrolled gallery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Fuzzy plate dedup: SequenceMatcher catches OCR variants (S/R confusion) within 30s on same camera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High-Level 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A1090-8194-8306-CE74-806C1411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09" y="1097280"/>
            <a:ext cx="7762875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1. Gateway adapter observes vehicle at CAM-006 → YOLOv8n detects vehicle + RapidOCR reads plate (conf 0.91)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2. Evidence frame rendered → DetectionEvent published to NATS JetStream (1 KB event + 100 KB snapshot)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3. Correlator persists event, appends to trajectory session, matches normalized plate against Redis-cached watchlist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4. CCTNS-sourced watchlist HIT → alert generated with FIR reference + VAHAN owner/vehicle + SARTHI DL enrichment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5. Redis dedup window (60s) suppresses repeat alerts at the same camera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6. Alert published to bus → WebSocket fans to operator dashboard + notifier fans to SMS/email/webhook(CCTNS)/FCM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7. Operator clicks Track → map fetches route → ordered polyline across all cameras the vehicle passed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8. Event Search → plate/camera/time query + CSV export (the searchable event log for courts)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AI-Powered Video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Vehicle/Object Detection: YOLOv8n (COCO: car/motorcycle/bus/truck), conf ≥ 0.45, edge gateway, 6 MB model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ANPR: </a:t>
            </a:r>
            <a:r>
              <a:rPr dirty="0" err="1"/>
              <a:t>RapidOCR</a:t>
            </a:r>
            <a:r>
              <a:rPr dirty="0"/>
              <a:t> (ONNX Runtime) on vehicle crops + Indian plate regex, crop upscaling for legibility, edge gateway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Face Detection: </a:t>
            </a:r>
            <a:r>
              <a:rPr dirty="0" err="1"/>
              <a:t>InsightFace</a:t>
            </a:r>
            <a:r>
              <a:rPr dirty="0"/>
              <a:t> </a:t>
            </a:r>
            <a:r>
              <a:rPr dirty="0" err="1"/>
              <a:t>ArcFace</a:t>
            </a:r>
            <a:r>
              <a:rPr dirty="0"/>
              <a:t> — 512-d embedding per detected face, YuNet-free (OpenCV 5.0 compatible)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Face Recognition: cosine similarity ≥ 0.38 against enrolled gallery (Redis) → wanted/missing person alert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Face Enrollment: POST /</a:t>
            </a:r>
            <a:r>
              <a:rPr dirty="0" err="1"/>
              <a:t>api</a:t>
            </a:r>
            <a:r>
              <a:rPr dirty="0"/>
              <a:t>/v1/faces/enroll (upload photo + name) → </a:t>
            </a:r>
            <a:r>
              <a:rPr dirty="0" err="1"/>
              <a:t>ArcFace</a:t>
            </a:r>
            <a:r>
              <a:rPr dirty="0"/>
              <a:t> embedding → gallery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Anomaly Detection: gateway-side rules (crowd formation, unattended object) raising anomaly events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Color Detection: real dominant-color detection from vehicle crop (BGR average) — no hardcoded hints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Pluggable: </a:t>
            </a:r>
            <a:r>
              <a:rPr dirty="0" err="1"/>
              <a:t>AnalyticsEngine</a:t>
            </a:r>
            <a:r>
              <a:rPr dirty="0"/>
              <a:t> ABC — swap YOLO/</a:t>
            </a:r>
            <a:r>
              <a:rPr dirty="0" err="1"/>
              <a:t>InsightFace</a:t>
            </a:r>
            <a:r>
              <a:rPr dirty="0"/>
              <a:t> for any engine without touching adapter or bus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rPr dirty="0"/>
              <a:t>Fuzzy Plate </a:t>
            </a:r>
            <a:r>
              <a:rPr dirty="0" err="1"/>
              <a:t>Dedup</a:t>
            </a:r>
            <a:r>
              <a:rPr dirty="0"/>
              <a:t>: </a:t>
            </a:r>
            <a:r>
              <a:rPr dirty="0" err="1"/>
              <a:t>SequenceMatcher</a:t>
            </a:r>
            <a:r>
              <a:rPr dirty="0"/>
              <a:t> ratio ≥ 0.8 suppresses OCR variants (S/R confusion) within 30s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B6D4"/>
                </a:solidFill>
              </a:defRPr>
            </a:pPr>
            <a:r>
              <a:t>Watchlist Correlation &amp; Real-Time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Inbound (auto-watchlist): CCTNS/eGujCop feed auto-syncs stolen/wanted/missing/blacklisted records → watchlist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source-tagged (cctns) + source_ref (FIR id) → manual watchlist becomes a live, database-backed watchlist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Outbound (real-time enrichment): on a plate hit, VAHAN vehicle/owner + SARTHI DL attached to the alert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NAFIS fingerprint/face match for persons → wanted/missing person alert with match score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Matching: exact normalized-plate match against Redis-cached active set; sub-ms per event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Deduplication: Redis SET NX EX (60s per watchlist-entry × camera) — one actionable alert, not a flood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Alert Prioritisation: category (stolen/wanted/missing/blacklisted/anomaly) → severity + routing policy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Fan-out: SMS (DCP) · email (Crime Branch) · webhook (CCTNS) · FCM (field units) — all audited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Visualisation: dashboard cards (evidence + source badge + VAHAN enrichment) · GIS map pins · WebSocket push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Cross-camera tracking: plate-keyed session linking (60-min gap window) → ordered polyline across cameras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Key Technologies, Frameworks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Backend: Python · FastAPI · SQLAlchemy async · PostgreSQL 16 + PostGIS · Redis 7 · NATS JetStream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AI/ML: YOLOv8n (Ultralytics) · RapidOCR (ONNX Runtime) · InsightFace (ArcFace) · OpenCV 5.0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Frontend: React 18 · Leaflet (GIS) · hls.js (live viewing) · WebRTC/WHEP (sub-second preview)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Protocols: RTSP · ONVIF · GB/T 28181 · HTTP-MJPEG · vendor-API · AsyncAPI (event bus) · OpenAPI (REST)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Media: ffmpeg (RTSP pull + HLS generation + transcode) · on-demand streaming (not continuous)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DevOps: Docker Compose (14 services) · Docker Desktop / WSL2 · deploy.ps1 (one-command deploy)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Testing: 34 unit tests (pytest) · TypeScript typecheck · Python compileall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Security: JWT + department-scoped RBAC · immutable audit trail · TLS · mTLS for records connectors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Architecture: AnalyticsEngine ABC (swappable AI) · AdapterRegistry (modular adapters) · RecordsConnector family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Scalability — 80,000 Cameras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Bandwidth: 80k × 4 Mbps raw = 320 Gbps (infeasible) vs Trinetra event plane = ~1-2 Gbps average (240 GB/day evidence)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Edge: ~3,200 gateway pods (1 per 16-32 cameras), 4 cores/8 GB each, CPU-quantized YOLOv8n @ 2-5 fps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Central: ~24 app nodes (16 vCPU/64 GB) + Postgres sharded by zone + ~20 L4 GPU (phase-2 face/Re-ID)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Storage: ~250 TB tiered (hot NVMe 30d / object 90d / archive 5yr) — raw video never centralised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Phased rollout: 50-camera pilot → district (2k) → range (10k) → state (80k) — each reuses the same images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Low-bandwidth: store-and-forward (JetStream + disk buffer), on-demand viewing, adaptive cadence, QoS AF41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HA/DR: RPO 15 min / RTO 1 h, Postgres WAL streaming, 3-copy JetStream, quarterly DR drills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B6D4"/>
                </a:solidFill>
              </a:defRPr>
            </a:pPr>
            <a:r>
              <a:t>Security, Interoperability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Security: JWT (HS256/RS256) + department-scoped RBAC (admin/analyst/operator + dept scoping)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Immutable audit trail (every mutation logged) · TLS everywhere · mTLS for govt-DB connectors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PII discipline: watchlist entries carry purpose + FIR ref · chain-of-custody on all records lookups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Site gateways: outbound-only connections (no inbound firewall pinholes to police sites)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Interoperability: GB/T 28181 + ONVIF + RTSP (covers Hikvision/Dahua/CP-Plus estate)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AdapterRegistry: new vendor/protocol = register adapter, not redesign · normalised event schema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AsyncAPI event-bus contract + OpenAPI REST API — standardised integration mechanisms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Deployment: Docker Compose (pilot) → Kubernetes/Helm (state) · one-command deploy.ps1 script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28 departments with per-dept retention (7/15/30 days) · janitor enforcement · gap-analysis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B6D4"/>
                </a:solidFill>
              </a:defRPr>
            </a:pPr>
            <a:r>
              <a:t>Operational Benefits &amp; Impact on Policing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Force multiplication: one control room cannot watch 80,000 feeds — automated matching turns the estate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  into an active sensor grid. Effective monitoring capacity per operator rises ~100×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Faster stolen-vehicle recovery: ANPR hits on stolen plates at junction cameras → instant interception alerts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Investigation hours saved: plate/camera/time search in minutes instead of days of CCTV review across vendors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Face recognition: enroll a wanted person's face → automatic alert when they appear on ANY camera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CCTNS integration: watchlist auto-populated from eGujCop — no manual data entry, always up-to-date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Zero vendor lock-in: new cameras of any brand onboard through the registry in minutes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Cost: ₹95-140 Cr CAPEX (5yr) + ₹18-25 Cr/yr OPEX vs ₹400 Cr+ for naive raw-stream centralisation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Interoperability dividend: normalised event schema reusable by future state systems (traffic, disaster, CCTNS)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Delivered Today vs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DELIVERED &amp;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ANPR on 30 live grid cameras (YOLOv8n + RapidOCR)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Face detection + recognition (InsightFace ArcFace)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CCTNS auto-watchlist + VAHAN/SARTHI/NAFIS enrichment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Real-time alerts + fan-out (SMS/email/webhook/FCM)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Cross-camera trajectory tracking on GIS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Live viewing (HLS + WebRTC) + 30-camera mosaic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28 departments, dept-scoped RBAC, per-dept retention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Gap analysis, health monitoring, CSV export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GB/T 28181, AsyncAPI, OpenAPI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✅ Fuzzy plate dedup + real color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Real govt-DB connectors (need API access)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Real SMS/email/FCM gateways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Face-embedding gallery from CCTNS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Vehicle Re-ID (plate-miss frames)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Kubernetes/Helm productionization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Postgres RLS per department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On-demand clip retrieval RPC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Mobile alert app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Kalman/ByteTrack multi-object tracking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🔵 Fuzzy plate matching (edit-distance)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Why Trinetra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Deterministic, rehearseable demo — runs on the real government grid (30 cameras, 5 departments)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Hot-swap to government feed — one ingester command, no code change, no rip-and-replace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O(events) scaling thesis — 1-2 Gbps for 80,000 cameras vs 320 Gbps for raw centralisation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Pluggable AI + adapters — swap YOLO, InsightFace, or add a vendor without redesign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All 8 build areas delivered — Feed Integration, AI Analytics, Vehicle Tracking, Video Intelligence,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Object &amp; Face Detection, Cybersecurity, Scalable Architecture, Live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7490"/>
                </a:solidFill>
              </a:defRPr>
            </a:pPr>
            <a:r>
              <a:t>"Detect at the edge, correlate at the center — move events, not video."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Thank you — Gujarat Police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1962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Kavan Joshi</cp:lastModifiedBy>
  <cp:revision>2</cp:revision>
  <dcterms:created xsi:type="dcterms:W3CDTF">2013-01-27T09:14:16Z</dcterms:created>
  <dcterms:modified xsi:type="dcterms:W3CDTF">2026-09-14T17:26:36Z</dcterms:modified>
  <cp:category/>
</cp:coreProperties>
</file>